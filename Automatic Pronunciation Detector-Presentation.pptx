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7" r:id="rId1"/>
  </p:sldMasterIdLst>
  <p:sldIdLst>
    <p:sldId id="256" r:id="rId2"/>
    <p:sldId id="258" r:id="rId3"/>
    <p:sldId id="259" r:id="rId4"/>
    <p:sldId id="278" r:id="rId5"/>
    <p:sldId id="264" r:id="rId6"/>
    <p:sldId id="277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A9ABC0A-1F78-48D9-9A48-CD2358AE6821}">
          <p14:sldIdLst>
            <p14:sldId id="256"/>
            <p14:sldId id="258"/>
            <p14:sldId id="259"/>
            <p14:sldId id="278"/>
            <p14:sldId id="264"/>
            <p14:sldId id="277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Untitled Section" id="{2AC2BA2F-2D8E-40BE-BE39-5243FEA32DF3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21" Type="http://schemas.microsoft.com/office/2016/11/relationships/changesInfo" Target="changesInfos/changesInfo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kulraj A" userId="41e6442c0cbb30a2" providerId="LiveId" clId="{9EC9D5F3-7E51-4E88-A4A1-72EB8C9ED898}"/>
    <pc:docChg chg="custSel addSld delSld modSld modSection">
      <pc:chgData name="Gokulraj A" userId="41e6442c0cbb30a2" providerId="LiveId" clId="{9EC9D5F3-7E51-4E88-A4A1-72EB8C9ED898}" dt="2025-10-08T12:24:47.677" v="250" actId="2696"/>
      <pc:docMkLst>
        <pc:docMk/>
      </pc:docMkLst>
      <pc:sldChg chg="modSp mod">
        <pc:chgData name="Gokulraj A" userId="41e6442c0cbb30a2" providerId="LiveId" clId="{9EC9D5F3-7E51-4E88-A4A1-72EB8C9ED898}" dt="2025-10-08T12:13:51.145" v="19" actId="122"/>
        <pc:sldMkLst>
          <pc:docMk/>
          <pc:sldMk cId="3838327487" sldId="258"/>
        </pc:sldMkLst>
        <pc:spChg chg="mod">
          <ac:chgData name="Gokulraj A" userId="41e6442c0cbb30a2" providerId="LiveId" clId="{9EC9D5F3-7E51-4E88-A4A1-72EB8C9ED898}" dt="2025-10-08T12:13:51.145" v="19" actId="122"/>
          <ac:spMkLst>
            <pc:docMk/>
            <pc:sldMk cId="3838327487" sldId="258"/>
            <ac:spMk id="2" creationId="{0F725728-8600-DCF1-5903-0782127EF5B0}"/>
          </ac:spMkLst>
        </pc:spChg>
      </pc:sldChg>
      <pc:sldChg chg="modSp mod">
        <pc:chgData name="Gokulraj A" userId="41e6442c0cbb30a2" providerId="LiveId" clId="{9EC9D5F3-7E51-4E88-A4A1-72EB8C9ED898}" dt="2025-10-08T12:16:06.152" v="42" actId="5793"/>
        <pc:sldMkLst>
          <pc:docMk/>
          <pc:sldMk cId="4057433353" sldId="259"/>
        </pc:sldMkLst>
        <pc:spChg chg="mod">
          <ac:chgData name="Gokulraj A" userId="41e6442c0cbb30a2" providerId="LiveId" clId="{9EC9D5F3-7E51-4E88-A4A1-72EB8C9ED898}" dt="2025-10-08T12:16:06.152" v="42" actId="5793"/>
          <ac:spMkLst>
            <pc:docMk/>
            <pc:sldMk cId="4057433353" sldId="259"/>
            <ac:spMk id="6" creationId="{CDA3CF60-1267-0C86-FAC4-07C1600B6F82}"/>
          </ac:spMkLst>
        </pc:spChg>
      </pc:sldChg>
      <pc:sldChg chg="modSp new mod">
        <pc:chgData name="Gokulraj A" userId="41e6442c0cbb30a2" providerId="LiveId" clId="{9EC9D5F3-7E51-4E88-A4A1-72EB8C9ED898}" dt="2025-10-08T12:20:48.656" v="248" actId="255"/>
        <pc:sldMkLst>
          <pc:docMk/>
          <pc:sldMk cId="3465313742" sldId="278"/>
        </pc:sldMkLst>
        <pc:spChg chg="mod">
          <ac:chgData name="Gokulraj A" userId="41e6442c0cbb30a2" providerId="LiveId" clId="{9EC9D5F3-7E51-4E88-A4A1-72EB8C9ED898}" dt="2025-10-08T12:19:37.684" v="241" actId="255"/>
          <ac:spMkLst>
            <pc:docMk/>
            <pc:sldMk cId="3465313742" sldId="278"/>
            <ac:spMk id="2" creationId="{27B1B6CB-C230-A42F-8755-0240508D28FC}"/>
          </ac:spMkLst>
        </pc:spChg>
        <pc:spChg chg="mod">
          <ac:chgData name="Gokulraj A" userId="41e6442c0cbb30a2" providerId="LiveId" clId="{9EC9D5F3-7E51-4E88-A4A1-72EB8C9ED898}" dt="2025-10-08T12:20:48.656" v="248" actId="255"/>
          <ac:spMkLst>
            <pc:docMk/>
            <pc:sldMk cId="3465313742" sldId="278"/>
            <ac:spMk id="3" creationId="{5B7D5E5E-B19E-D742-0839-735741A67DFE}"/>
          </ac:spMkLst>
        </pc:spChg>
      </pc:sldChg>
      <pc:sldChg chg="new del">
        <pc:chgData name="Gokulraj A" userId="41e6442c0cbb30a2" providerId="LiveId" clId="{9EC9D5F3-7E51-4E88-A4A1-72EB8C9ED898}" dt="2025-10-08T12:24:47.677" v="250" actId="2696"/>
        <pc:sldMkLst>
          <pc:docMk/>
          <pc:sldMk cId="4261756885" sldId="27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185F-3E64-4A7B-9C7D-99C4D5923942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A0CF-73B0-46D2-8656-5CC3A1F7C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104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185F-3E64-4A7B-9C7D-99C4D5923942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9F27A0CF-73B0-46D2-8656-5CC3A1F7C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085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185F-3E64-4A7B-9C7D-99C4D5923942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A0CF-73B0-46D2-8656-5CC3A1F7C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893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185F-3E64-4A7B-9C7D-99C4D5923942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A0CF-73B0-46D2-8656-5CC3A1F7C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36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185F-3E64-4A7B-9C7D-99C4D5923942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A0CF-73B0-46D2-8656-5CC3A1F7C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148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185F-3E64-4A7B-9C7D-99C4D5923942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A0CF-73B0-46D2-8656-5CC3A1F7C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631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185F-3E64-4A7B-9C7D-99C4D5923942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A0CF-73B0-46D2-8656-5CC3A1F7C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21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185F-3E64-4A7B-9C7D-99C4D5923942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A0CF-73B0-46D2-8656-5CC3A1F7C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080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185F-3E64-4A7B-9C7D-99C4D5923942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A0CF-73B0-46D2-8656-5CC3A1F7C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003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185F-3E64-4A7B-9C7D-99C4D5923942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A0CF-73B0-46D2-8656-5CC3A1F7C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893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185F-3E64-4A7B-9C7D-99C4D5923942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A0CF-73B0-46D2-8656-5CC3A1F7C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30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185F-3E64-4A7B-9C7D-99C4D5923942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A0CF-73B0-46D2-8656-5CC3A1F7C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554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185F-3E64-4A7B-9C7D-99C4D5923942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A0CF-73B0-46D2-8656-5CC3A1F7C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7528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185F-3E64-4A7B-9C7D-99C4D5923942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A0CF-73B0-46D2-8656-5CC3A1F7C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6651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185F-3E64-4A7B-9C7D-99C4D5923942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A0CF-73B0-46D2-8656-5CC3A1F7C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3882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185F-3E64-4A7B-9C7D-99C4D5923942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A0CF-73B0-46D2-8656-5CC3A1F7C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1393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F185F-3E64-4A7B-9C7D-99C4D5923942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7A0CF-73B0-46D2-8656-5CC3A1F7C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4916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7FF185F-3E64-4A7B-9C7D-99C4D5923942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9F27A0CF-73B0-46D2-8656-5CC3A1F7C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7FF185F-3E64-4A7B-9C7D-99C4D5923942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F27A0CF-73B0-46D2-8656-5CC3A1F7C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85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8" r:id="rId1"/>
    <p:sldLayoutId id="2147484029" r:id="rId2"/>
    <p:sldLayoutId id="2147484030" r:id="rId3"/>
    <p:sldLayoutId id="2147484031" r:id="rId4"/>
    <p:sldLayoutId id="2147484032" r:id="rId5"/>
    <p:sldLayoutId id="2147484033" r:id="rId6"/>
    <p:sldLayoutId id="2147484034" r:id="rId7"/>
    <p:sldLayoutId id="2147484035" r:id="rId8"/>
    <p:sldLayoutId id="2147484036" r:id="rId9"/>
    <p:sldLayoutId id="2147484037" r:id="rId10"/>
    <p:sldLayoutId id="2147484038" r:id="rId11"/>
    <p:sldLayoutId id="2147484039" r:id="rId12"/>
    <p:sldLayoutId id="2147484040" r:id="rId13"/>
    <p:sldLayoutId id="2147484041" r:id="rId14"/>
    <p:sldLayoutId id="2147484042" r:id="rId15"/>
    <p:sldLayoutId id="2147484043" r:id="rId16"/>
    <p:sldLayoutId id="2147484044" r:id="rId17"/>
    <p:sldLayoutId id="2147484045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10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10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 /><Relationship Id="rId1" Type="http://schemas.openxmlformats.org/officeDocument/2006/relationships/slideLayout" Target="../slideLayouts/slideLayout10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 /><Relationship Id="rId1" Type="http://schemas.openxmlformats.org/officeDocument/2006/relationships/slideLayout" Target="../slideLayouts/slideLayout10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10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10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Layout" Target="../slideLayouts/slideLayout10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10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10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28C6F-EDE0-C27F-0329-642E3B999E21}"/>
              </a:ext>
            </a:extLst>
          </p:cNvPr>
          <p:cNvSpPr>
            <a:spLocks noGrp="1"/>
          </p:cNvSpPr>
          <p:nvPr>
            <p:ph type="ctrTitle"/>
          </p:nvPr>
        </p:nvSpPr>
        <p:spPr bwMode="auto">
          <a:xfrm>
            <a:off x="1371600" y="1376515"/>
            <a:ext cx="6745534" cy="3745591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b="1">
                <a:latin typeface="Times New Roman"/>
                <a:cs typeface="Times New Roman"/>
              </a:rPr>
              <a:t>Automatic pronunciation detector</a:t>
            </a:r>
            <a:br>
              <a:rPr lang="en-US" b="1">
                <a:latin typeface="Times New Roman"/>
              </a:rPr>
            </a:br>
            <a:endParaRPr lang="en-US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0473C8-1012-C5B3-9E2B-3A6F3DD08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2468" y="4828717"/>
            <a:ext cx="9448800" cy="4938737"/>
          </a:xfrm>
        </p:spPr>
        <p:txBody>
          <a:bodyPr>
            <a:normAutofit/>
          </a:bodyPr>
          <a:lstStyle/>
          <a:p>
            <a:pPr algn="r"/>
            <a:r>
              <a:rPr lang="en-US" dirty="0" err="1">
                <a:latin typeface="Algerian" panose="04020705040A02060702" pitchFamily="82" charset="0"/>
              </a:rPr>
              <a:t>A.Sandhiya</a:t>
            </a:r>
            <a:endParaRPr lang="en-US" dirty="0">
              <a:latin typeface="Algerian" panose="04020705040A02060702" pitchFamily="82" charset="0"/>
            </a:endParaRPr>
          </a:p>
          <a:p>
            <a:r>
              <a:rPr lang="en-US" dirty="0">
                <a:latin typeface="Algerian"/>
              </a:rPr>
              <a:t>DEPT OF CSE-Final year</a:t>
            </a:r>
          </a:p>
          <a:p>
            <a:r>
              <a:rPr lang="en-US" dirty="0">
                <a:latin typeface="Algerian"/>
              </a:rPr>
              <a:t>PODHIGAI COLLEGE OF </a:t>
            </a:r>
            <a:endParaRPr lang="en-US" dirty="0">
              <a:latin typeface="Algerian" panose="04020705040A02060702" pitchFamily="82" charset="0"/>
            </a:endParaRPr>
          </a:p>
          <a:p>
            <a:r>
              <a:rPr lang="en-US" dirty="0">
                <a:latin typeface="Algerian"/>
              </a:rPr>
              <a:t>ENGINEERING AND TECHNOLOGY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917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25728-8600-DCF1-5903-0782127EF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7296" y="-1171074"/>
            <a:ext cx="7934960" cy="3139441"/>
          </a:xfrm>
        </p:spPr>
        <p:txBody>
          <a:bodyPr>
            <a:normAutofit fontScale="90000"/>
          </a:bodyPr>
          <a:lstStyle/>
          <a:p>
            <a:pPr marL="742950" indent="-742950">
              <a:buFont typeface="Wingdings"/>
              <a:buChar char="Ø"/>
            </a:pP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4400" dirty="0"/>
              <a:t> </a:t>
            </a:r>
            <a:r>
              <a:rPr lang="en-US" sz="4400" dirty="0">
                <a:latin typeface="Algerian"/>
              </a:rPr>
              <a:t>Introduction</a:t>
            </a:r>
            <a:br>
              <a:rPr lang="en-US" sz="3600" dirty="0"/>
            </a:br>
            <a:br>
              <a:rPr lang="en-US" sz="3600" dirty="0"/>
            </a:br>
            <a:r>
              <a:rPr lang="en-US" sz="3600" dirty="0"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 New Roman"/>
                <a:cs typeface="Times New Roman"/>
              </a:rPr>
              <a:t>The Pronunciation Detector is a web-based app.</a:t>
            </a:r>
            <a:br>
              <a:rPr lang="en-US" dirty="0">
                <a:latin typeface="Times New Roman"/>
              </a:rPr>
            </a:br>
            <a:r>
              <a:rPr lang="en-US" dirty="0">
                <a:latin typeface="Times New Roman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 New Roman"/>
                <a:cs typeface="Times New Roman"/>
              </a:rPr>
              <a:t>Helps users practice and improve English pronunciation.</a:t>
            </a:r>
            <a:br>
              <a:rPr lang="en-US" dirty="0">
                <a:latin typeface="Times New Roman"/>
                <a:cs typeface="Times New Roman"/>
              </a:rPr>
            </a:br>
            <a:r>
              <a:rPr lang="en-US" dirty="0">
                <a:latin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 New Roman"/>
                <a:cs typeface="Times New Roman"/>
              </a:rPr>
              <a:t> Includes listening and speaking exercises.</a:t>
            </a:r>
            <a:br>
              <a:rPr lang="en-US" dirty="0">
                <a:latin typeface="Times New Roman"/>
              </a:rPr>
            </a:br>
            <a:r>
              <a:rPr lang="en-US" dirty="0">
                <a:latin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dirty="0">
                <a:latin typeface="Times New Roman"/>
                <a:cs typeface="Times New Roman"/>
              </a:rPr>
              <a:t>Designed with learning levels (Beginner to Advanced).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327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DA3CF60-1267-0C86-FAC4-07C1600B6F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3652" y="1501912"/>
            <a:ext cx="9559371" cy="4289287"/>
          </a:xfrm>
        </p:spPr>
        <p:txBody>
          <a:bodyPr>
            <a:normAutofit fontScale="90000"/>
          </a:bodyPr>
          <a:lstStyle/>
          <a:p>
            <a:pPr marL="0" indent="0" algn="ctr">
              <a:buNone/>
            </a:pPr>
            <a:r>
              <a:rPr lang="en-US" sz="3300" dirty="0">
                <a:latin typeface="Berlin Sans FB Demi"/>
              </a:rPr>
              <a:t> </a:t>
            </a:r>
            <a:r>
              <a:rPr lang="en-US" sz="3600" dirty="0">
                <a:latin typeface="Algerian"/>
              </a:rPr>
              <a:t>OBJECTIVES:</a:t>
            </a:r>
          </a:p>
          <a:p>
            <a:pPr marL="0" indent="0">
              <a:buNone/>
            </a:pPr>
            <a:endParaRPr lang="en-US" sz="3300" dirty="0">
              <a:latin typeface="Berlin Sans FB Demi" panose="020E0802020502020306" pitchFamily="34" charset="0"/>
            </a:endParaRPr>
          </a:p>
          <a:p>
            <a:pPr marL="0" indent="0">
              <a:buNone/>
            </a:pPr>
            <a:r>
              <a:rPr lang="en-US" sz="3700" dirty="0">
                <a:latin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3700" dirty="0">
                <a:latin typeface="Times New Roman"/>
                <a:cs typeface="Times New Roman"/>
              </a:rPr>
              <a:t>Improve spoken English with interactive practice</a:t>
            </a:r>
          </a:p>
          <a:p>
            <a:pPr marL="0" indent="0">
              <a:buNone/>
            </a:pPr>
            <a:r>
              <a:rPr lang="en-US" sz="3700" dirty="0">
                <a:latin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3700" dirty="0">
                <a:latin typeface="Times New Roman"/>
                <a:cs typeface="Times New Roman"/>
              </a:rPr>
              <a:t>Test pronunciation through voice recognition</a:t>
            </a:r>
          </a:p>
          <a:p>
            <a:pPr marL="0" indent="0">
              <a:buNone/>
            </a:pPr>
            <a:r>
              <a:rPr lang="en-US" sz="3700" dirty="0">
                <a:latin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3700" dirty="0">
                <a:latin typeface="Times New Roman"/>
                <a:cs typeface="Times New Roman"/>
              </a:rPr>
              <a:t>Provide multiple domains (AI, Cyber Security, etc.)</a:t>
            </a:r>
          </a:p>
          <a:p>
            <a:pPr marL="0" indent="0">
              <a:buNone/>
            </a:pPr>
            <a:r>
              <a:rPr lang="en-US" sz="3700" dirty="0">
                <a:latin typeface="Times New Roman"/>
                <a:cs typeface="Times New Roman"/>
                <a:sym typeface="Wingdings" panose="05000000000000000000" pitchFamily="2" charset="2"/>
              </a:rPr>
              <a:t></a:t>
            </a:r>
            <a:r>
              <a:rPr lang="en-US" sz="3700" dirty="0">
                <a:latin typeface="Times New Roman"/>
                <a:cs typeface="Times New Roman"/>
              </a:rPr>
              <a:t>Offer self-paced levels: Practice and Challenge</a:t>
            </a:r>
          </a:p>
        </p:txBody>
      </p:sp>
    </p:spTree>
    <p:extLst>
      <p:ext uri="{BB962C8B-B14F-4D97-AF65-F5344CB8AC3E}">
        <p14:creationId xmlns:p14="http://schemas.microsoft.com/office/powerpoint/2010/main" val="4057433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1B6CB-C230-A42F-8755-0240508D2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Algerian" panose="04020705040A02060702" pitchFamily="82" charset="0"/>
              </a:rPr>
              <a:t>TECHNOLOGY USED</a:t>
            </a:r>
            <a:endParaRPr lang="en-IN" sz="32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D5E5E-B19E-D742-0839-735741A67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Frontend : HTML , CSS , JavaScript </a:t>
            </a:r>
          </a:p>
          <a:p>
            <a:pPr marL="0" indent="0"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Backend : Python(Flask Framework)</a:t>
            </a:r>
          </a:p>
          <a:p>
            <a:pPr marL="0" indent="0"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Database : MongoDB</a:t>
            </a:r>
          </a:p>
          <a:p>
            <a:pPr marL="0" indent="0">
              <a:buNone/>
            </a:pP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Speech Processing : </a:t>
            </a:r>
            <a:r>
              <a:rPr lang="en-US" sz="33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SpeechRecognition</a:t>
            </a:r>
            <a:r>
              <a:rPr lang="en-US" sz="33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and ptttsx3</a:t>
            </a:r>
            <a:endParaRPr lang="en-IN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313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2B43C-C944-D415-2DC1-CE93DEF39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>
              <a:latin typeface="Berlin Sans FB Dem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281CC-7A07-6F19-2964-D6C782D9B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3600" dirty="0">
                <a:latin typeface="Times New Roman"/>
                <a:cs typeface="Times New Roman"/>
              </a:rPr>
              <a:t>Hello</a:t>
            </a:r>
          </a:p>
          <a:p>
            <a:endParaRPr lang="en-US" sz="3600" dirty="0">
              <a:latin typeface="Times New Roman"/>
              <a:cs typeface="Times New Roman"/>
            </a:endParaRP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4ACD0E8F-9BA0-6E7B-F551-85F11343EB6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96" b="15796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14664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74435-C61A-6D09-5465-2428E8F69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</a:t>
            </a:r>
            <a:endParaRPr lang="en-IN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2FCD572-4DB6-26F1-FD1B-14F34849601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1482" b="21482"/>
          <a:stretch/>
        </p:blipFill>
        <p:spPr>
          <a:xfrm>
            <a:off x="0" y="0"/>
            <a:ext cx="12192000" cy="6857999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rgbClr val="CDD0D1"/>
                </a:gs>
                <a:gs pos="100000">
                  <a:srgbClr val="CDD0D1">
                    <a:lumMod val="75000"/>
                  </a:srgb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5C4E5E-BD0F-764C-2286-F42E496A8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Hi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0277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1030C-BABC-28C9-EC7E-F626764F6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AE131-95B5-106D-4919-B5DEC075C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lgerian"/>
              </a:rPr>
              <a:t>Challenge level     </a:t>
            </a:r>
            <a:endParaRPr lang="en-US">
              <a:latin typeface="Berlin Sans FB Dem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C4B06-3D7D-AFF8-97BC-5B54C2B55F2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 err="1">
                <a:latin typeface="Times New Roman"/>
                <a:cs typeface="Times New Roman"/>
              </a:rPr>
              <a:t>hrlo</a:t>
            </a:r>
            <a:endParaRPr lang="en-US" sz="3200" dirty="0">
              <a:latin typeface="Times New Roman"/>
              <a:cs typeface="Times New Roman"/>
            </a:endParaRP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DD0103CB-BCCC-6266-6425-5729829BB3D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96" b="15796"/>
          <a:stretch>
            <a:fillRect/>
          </a:stretch>
        </p:blipFill>
        <p:spPr>
          <a:xfrm>
            <a:off x="1" y="0"/>
            <a:ext cx="12404722" cy="6994358"/>
          </a:xfrm>
        </p:spPr>
      </p:pic>
    </p:spTree>
    <p:extLst>
      <p:ext uri="{BB962C8B-B14F-4D97-AF65-F5344CB8AC3E}">
        <p14:creationId xmlns:p14="http://schemas.microsoft.com/office/powerpoint/2010/main" val="2412101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ADB0E-27AF-EC2D-CF2C-9408AD483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6793C-A217-EAEB-0C73-EC7310416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erlin Sans FB Demi"/>
              </a:rPr>
              <a:t>hello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65ECD-2AE4-1752-2218-DBA4268A56E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85000" lnSpcReduction="20000"/>
          </a:bodyPr>
          <a:lstStyle/>
          <a:p>
            <a:endParaRPr lang="en-US" sz="3600" dirty="0">
              <a:latin typeface="Times New Roman"/>
              <a:cs typeface="Times New Roman"/>
            </a:endParaRP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51D49402-0C1E-BAC9-406A-77FE23C78BD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96" b="15796"/>
          <a:stretch>
            <a:fillRect/>
          </a:stretch>
        </p:blipFill>
        <p:spPr>
          <a:xfrm>
            <a:off x="1" y="0"/>
            <a:ext cx="12192000" cy="6737684"/>
          </a:xfrm>
        </p:spPr>
      </p:pic>
    </p:spTree>
    <p:extLst>
      <p:ext uri="{BB962C8B-B14F-4D97-AF65-F5344CB8AC3E}">
        <p14:creationId xmlns:p14="http://schemas.microsoft.com/office/powerpoint/2010/main" val="3454782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3314720-D28F-0C88-25A4-8ED751994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</a:t>
            </a:r>
            <a:endParaRPr lang="en-IN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583D43E-4936-AFB2-D1C1-E884083417F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hello</a:t>
            </a:r>
            <a:endParaRPr lang="en-IN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0818151F-8A2C-690A-9021-42A7B833538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96" b="15796"/>
          <a:stretch>
            <a:fillRect/>
          </a:stretch>
        </p:blipFill>
        <p:spPr>
          <a:xfrm>
            <a:off x="-1" y="0"/>
            <a:ext cx="12336379" cy="6858000"/>
          </a:xfrm>
        </p:spPr>
      </p:pic>
    </p:spTree>
    <p:extLst>
      <p:ext uri="{BB962C8B-B14F-4D97-AF65-F5344CB8AC3E}">
        <p14:creationId xmlns:p14="http://schemas.microsoft.com/office/powerpoint/2010/main" val="4253397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BF114-2279-A935-B125-A1AE2D55B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4E675A-B14A-73AC-B7AF-E4367E05674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Hello</a:t>
            </a:r>
          </a:p>
          <a:p>
            <a:endParaRPr lang="en-IN" dirty="0"/>
          </a:p>
        </p:txBody>
      </p:sp>
      <p:pic>
        <p:nvPicPr>
          <p:cNvPr id="7" name="Picture Placeholder 5">
            <a:extLst>
              <a:ext uri="{FF2B5EF4-FFF2-40B4-BE49-F238E27FC236}">
                <a16:creationId xmlns:a16="http://schemas.microsoft.com/office/drawing/2014/main" id="{F23198EF-B86C-BD06-3A80-8FCD9F8B5D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96" b="15796"/>
          <a:stretch>
            <a:fillRect/>
          </a:stretch>
        </p:blipFill>
        <p:spPr>
          <a:xfrm>
            <a:off x="-128337" y="-272716"/>
            <a:ext cx="13486733" cy="747562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1920695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ECFCF-5DFB-C136-6098-C1B1F4654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hekklo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E94CC-FD0C-8153-78CB-74DF74FFD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hello</a:t>
            </a:r>
            <a:endParaRPr lang="en-IN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41056EFB-8E53-4EEE-1E39-423E51F64DD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96" b="15796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5017130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64F1C-B141-12C4-B597-30785262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helo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365862-A57E-2346-EB39-553277FEE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504A6633-1B0A-9078-8F7E-143E4A4E019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96" b="15796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524275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2D70A-685A-4C1C-5714-54CF91220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Hr.o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E0EDF-A183-04ED-4A73-51813E55E3B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3B897E11-7A6A-227F-F970-6FB93E5D728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96" b="15796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93067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9EFA1-8CC2-98FF-B022-E5786F4CB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lgerian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E01AF-5252-3219-D4FB-41985FFF2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600" dirty="0">
                <a:latin typeface="Times New Roman"/>
                <a:cs typeface="Times New Roman"/>
              </a:rPr>
              <a:t>User-friendly pronunciation learning app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>
                <a:latin typeface="Times New Roman"/>
                <a:cs typeface="Times New Roman"/>
              </a:rPr>
              <a:t>Covers multiple domains and levels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>
                <a:latin typeface="Times New Roman"/>
                <a:cs typeface="Times New Roman"/>
              </a:rPr>
              <a:t>Can be extended with more features (e.g., leaderboard, suggestions)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600" dirty="0">
                <a:latin typeface="Times New Roman"/>
                <a:cs typeface="Times New Roman"/>
              </a:rPr>
              <a:t>Great tool for students and beginners in English learning</a:t>
            </a:r>
          </a:p>
        </p:txBody>
      </p:sp>
    </p:spTree>
    <p:extLst>
      <p:ext uri="{BB962C8B-B14F-4D97-AF65-F5344CB8AC3E}">
        <p14:creationId xmlns:p14="http://schemas.microsoft.com/office/powerpoint/2010/main" val="2842009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C7749-5018-9266-F441-A10582BF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Berlin Sans FB Demi" panose="020E0802020502020306" pitchFamily="34" charset="0"/>
              </a:rPr>
              <a:t>The beautiful thing about learning is that no one can take it away from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99364D-398B-1DA5-F884-2975F1CAE4A5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>
            <a:noAutofit/>
          </a:bodyPr>
          <a:lstStyle/>
          <a:p>
            <a:r>
              <a:rPr lang="en-US" sz="4000">
                <a:latin typeface="Berlin Sans FB Demi" panose="020E0802020502020306" pitchFamily="34" charset="0"/>
              </a:rPr>
              <a:t>Thank you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79BC9-BC49-06AC-A2E3-E8F4B13BD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sz="4000">
                <a:latin typeface="Berlin Sans FB Demi" panose="020E0802020502020306" pitchFamily="34" charset="0"/>
              </a:rPr>
              <a:t>Do you have any question?</a:t>
            </a:r>
          </a:p>
        </p:txBody>
      </p:sp>
      <p:sp>
        <p:nvSpPr>
          <p:cNvPr id="5" name="Smiley Face 4">
            <a:extLst>
              <a:ext uri="{FF2B5EF4-FFF2-40B4-BE49-F238E27FC236}">
                <a16:creationId xmlns:a16="http://schemas.microsoft.com/office/drawing/2014/main" id="{8F456C39-AE9C-E7E4-BF52-28848334E219}"/>
              </a:ext>
            </a:extLst>
          </p:cNvPr>
          <p:cNvSpPr/>
          <p:nvPr/>
        </p:nvSpPr>
        <p:spPr>
          <a:xfrm>
            <a:off x="3911600" y="3549651"/>
            <a:ext cx="447040" cy="335280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2373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25</TotalTime>
  <Words>209</Words>
  <Application>Microsoft Office PowerPoint</Application>
  <PresentationFormat>Widescreen</PresentationFormat>
  <Paragraphs>38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Parallax</vt:lpstr>
      <vt:lpstr>Automatic pronunciation detector </vt:lpstr>
      <vt:lpstr>             Introduction  The Pronunciation Detector is a web-based app. Helps users practice and improve English pronunciation.  Includes listening and speaking exercises. Designed with learning levels (Beginner to Advanced).</vt:lpstr>
      <vt:lpstr>PowerPoint Presentation</vt:lpstr>
      <vt:lpstr>TECHNOLOGY USED</vt:lpstr>
      <vt:lpstr>PowerPoint Presentation</vt:lpstr>
      <vt:lpstr>hello</vt:lpstr>
      <vt:lpstr>Challenge level     </vt:lpstr>
      <vt:lpstr>hello</vt:lpstr>
      <vt:lpstr>hello</vt:lpstr>
      <vt:lpstr>PowerPoint Presentation</vt:lpstr>
      <vt:lpstr>hekklo</vt:lpstr>
      <vt:lpstr>helo</vt:lpstr>
      <vt:lpstr>Hr.o</vt:lpstr>
      <vt:lpstr>conclusion</vt:lpstr>
      <vt:lpstr>The beautiful thing about learning is that no one can take it away from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pronunciation detector</dc:title>
  <dc:creator>Keerthiga sanmugam</dc:creator>
  <cp:lastModifiedBy>sandhiyaanji00@gmail.com</cp:lastModifiedBy>
  <cp:revision>7</cp:revision>
  <dcterms:created xsi:type="dcterms:W3CDTF">2025-07-18T13:34:49Z</dcterms:created>
  <dcterms:modified xsi:type="dcterms:W3CDTF">2025-10-09T12:52:54Z</dcterms:modified>
</cp:coreProperties>
</file>